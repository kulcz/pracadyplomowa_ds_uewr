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72156-727D-493F-840B-656ED6C87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17104B6-9904-466C-A3C2-55FB672D2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C5ABD55-F443-4A0A-9001-9254F910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D3A0D0-CE09-42E9-AB46-74E69CCB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58D6B73-C4CC-47F8-98B8-AB5F7D4F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9530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7730CB-8583-4D31-B2AC-4C3B9D73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2207FB-BBA9-44B4-8DC2-69269AE2B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579C04-676F-436A-8783-32A73DDC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F925B9-F296-4785-90FD-BDEC0542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153418E-D462-4509-9147-1C9EB552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335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AB3AA1-1064-4699-9B26-3B4C913C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63A3202-9DBB-4149-9C04-B03EE2BE8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278393-1946-450D-9855-3C4B6E53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8A68FA5-6447-4C65-98E5-6D1A8FEF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8DC43FB-EED2-4F00-8536-81B36DCD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1810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13F757-004A-4FBD-8CC1-1739A6202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32925EF-8F35-44F8-852C-EEB76E44E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EE056FF-FF69-49F8-879D-B1E7A2158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A1A1EFD-AB0C-40A4-ABC1-D39485FF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9E64A7C-4ABD-4887-AFD9-CC74DA63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6B0021A-BFB1-4E21-9FCF-6A5AB1F7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943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28DA66-3A1F-4101-B069-7FB94A65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A7E9561-8EFB-41E9-907F-457B8FEA1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92221B2-F5DE-4CD9-BCF0-F707DAF0B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3B7983C-1106-4EC8-A662-219C278C1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A5CBA5B-D601-4091-BE29-95CFBD619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6454E48-7FF1-4BA2-9F77-368BB1E56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AA32763-FF79-46EA-93DB-89B110AA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ECAE94E-9C87-483E-AF79-3D4258B3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0863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88FB85-7A0D-410D-853C-3E65B8F8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219F9D0-83F6-4DE0-859A-D4880061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ECB9056-BA6F-4B6E-AECB-01175293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328CDE7-3DF3-4DFC-87CF-33A30B6D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0969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91F7F8A-F92B-4E57-9B74-A3BCA1AF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4830EC-ED47-4679-A54F-652A7C60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0C31EAD-F0EA-4E47-A577-7B98E315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44221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4FE2C8-C2A1-40F4-A5E3-9560A639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8A3596-89E3-4298-B150-ED38FEB8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0327683-E54B-497A-A8CA-29BED71D1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C01DAF0-3C64-4D12-AA6A-1F2CA3D1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C412FB0-A9ED-4BEE-9767-8C08CBE2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3900B1B-56E6-4993-B54C-0BC4C24B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5990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059B27-9A1F-4CA3-8F26-B34BDE04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F242B9C-56ED-406F-A5F9-E4CEA6ABF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4CD7BA9-DF56-4CF6-8F22-8E5D0C99D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1733C00-2852-47D6-828A-BFD1C84B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EF8EB9-D30B-407A-979D-39B7471D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8F22F88-DC7D-468E-B22C-359C2555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3658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088E93-CEC5-491A-A3F9-CFDB7D74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7CDBE44-8725-4857-AFA6-053DEA89A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B725639-DC45-4147-9898-D18BF534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D84CE-ACFD-4784-9EC7-CA8D1C96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933710-51CF-426D-B4FC-7BB50966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49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1749ED5-8690-421E-A046-8FB2EF988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F49DDA5-461C-4FEF-BACD-6DD769AA8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E219E3-F442-4C1F-8BF3-7C7BE3E0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4FF336-464B-4C59-A78C-A81330F8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3BEF41-48CF-4383-BFE5-2BEBB111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400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7FF1151-CBCA-476D-B25D-340EEAAE2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477AA3D-1365-4B84-A065-E6F90A214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7DD046-B38E-4487-A2A9-19AC18B24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05D8A-8470-479E-900B-F0AD789067BA}" type="datetimeFigureOut">
              <a:rPr lang="pl-PL" smtClean="0"/>
              <a:t>18.09.2022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F6F1A0-E8D8-4A38-8CEB-351815369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0256AB0-7BB6-4BD6-AC65-86FA281DC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77A60-560A-4C77-9717-F8908893EC4A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541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36FEF7EA-AEF5-4BFB-A952-07D0F1134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07740"/>
              </p:ext>
            </p:extLst>
          </p:nvPr>
        </p:nvGraphicFramePr>
        <p:xfrm>
          <a:off x="4438775" y="3655006"/>
          <a:ext cx="4850559" cy="2763962"/>
        </p:xfrm>
        <a:graphic>
          <a:graphicData uri="http://schemas.openxmlformats.org/drawingml/2006/table">
            <a:tbl>
              <a:tblPr/>
              <a:tblGrid>
                <a:gridCol w="4850559">
                  <a:extLst>
                    <a:ext uri="{9D8B030D-6E8A-4147-A177-3AD203B41FA5}">
                      <a16:colId xmlns:a16="http://schemas.microsoft.com/office/drawing/2014/main" val="2835733350"/>
                    </a:ext>
                  </a:extLst>
                </a:gridCol>
              </a:tblGrid>
              <a:tr h="2763962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>
                    <a:lnL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T>
                    <a:lnB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944783"/>
                  </a:ext>
                </a:extLst>
              </a:tr>
            </a:tbl>
          </a:graphicData>
        </a:graphic>
      </p:graphicFrame>
      <p:graphicFrame>
        <p:nvGraphicFramePr>
          <p:cNvPr id="31" name="Tabela 30">
            <a:extLst>
              <a:ext uri="{FF2B5EF4-FFF2-40B4-BE49-F238E27FC236}">
                <a16:creationId xmlns:a16="http://schemas.microsoft.com/office/drawing/2014/main" id="{B7CBA281-1B28-4341-8FD8-F1D298D70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279469"/>
              </p:ext>
            </p:extLst>
          </p:nvPr>
        </p:nvGraphicFramePr>
        <p:xfrm>
          <a:off x="2840090" y="2798910"/>
          <a:ext cx="6951862" cy="3892559"/>
        </p:xfrm>
        <a:graphic>
          <a:graphicData uri="http://schemas.openxmlformats.org/drawingml/2006/table">
            <a:tbl>
              <a:tblPr/>
              <a:tblGrid>
                <a:gridCol w="6951862">
                  <a:extLst>
                    <a:ext uri="{9D8B030D-6E8A-4147-A177-3AD203B41FA5}">
                      <a16:colId xmlns:a16="http://schemas.microsoft.com/office/drawing/2014/main" val="2835733350"/>
                    </a:ext>
                  </a:extLst>
                </a:gridCol>
              </a:tblGrid>
              <a:tr h="3892559">
                <a:tc>
                  <a:txBody>
                    <a:bodyPr/>
                    <a:lstStyle/>
                    <a:p>
                      <a:endParaRPr lang="pl-PL" dirty="0">
                        <a:highlight>
                          <a:srgbClr val="0000FF"/>
                        </a:highlight>
                      </a:endParaRPr>
                    </a:p>
                  </a:txBody>
                  <a:tcPr>
                    <a:lnL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T>
                    <a:lnB w="381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944783"/>
                  </a:ext>
                </a:extLst>
              </a:tr>
            </a:tbl>
          </a:graphicData>
        </a:graphic>
      </p:graphicFrame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F5BBCE1-BE81-4DA7-98CF-0EB2D9A421D0}"/>
              </a:ext>
            </a:extLst>
          </p:cNvPr>
          <p:cNvSpPr/>
          <p:nvPr/>
        </p:nvSpPr>
        <p:spPr>
          <a:xfrm>
            <a:off x="286637" y="133223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Problem badawczy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9374F1C0-C1DF-49E0-9ACA-93AE3ABA28C0}"/>
              </a:ext>
            </a:extLst>
          </p:cNvPr>
          <p:cNvSpPr/>
          <p:nvPr/>
        </p:nvSpPr>
        <p:spPr>
          <a:xfrm>
            <a:off x="286637" y="1083961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Pytania badawcze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52A79812-18F5-4ECB-B480-741BC0C8B8E4}"/>
              </a:ext>
            </a:extLst>
          </p:cNvPr>
          <p:cNvSpPr/>
          <p:nvPr/>
        </p:nvSpPr>
        <p:spPr>
          <a:xfrm>
            <a:off x="282602" y="2029121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Hipoteza badawcza</a:t>
            </a:r>
          </a:p>
        </p:txBody>
      </p:sp>
      <p:sp>
        <p:nvSpPr>
          <p:cNvPr id="11" name="Strzałka: w prawo 10">
            <a:extLst>
              <a:ext uri="{FF2B5EF4-FFF2-40B4-BE49-F238E27FC236}">
                <a16:creationId xmlns:a16="http://schemas.microsoft.com/office/drawing/2014/main" id="{5374CFC5-1642-4EFC-997A-2A63166BF97A}"/>
              </a:ext>
            </a:extLst>
          </p:cNvPr>
          <p:cNvSpPr/>
          <p:nvPr/>
        </p:nvSpPr>
        <p:spPr>
          <a:xfrm rot="5400000">
            <a:off x="1252507" y="763011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Strzałka: w prawo 13">
            <a:extLst>
              <a:ext uri="{FF2B5EF4-FFF2-40B4-BE49-F238E27FC236}">
                <a16:creationId xmlns:a16="http://schemas.microsoft.com/office/drawing/2014/main" id="{6BBCB54F-D07B-4082-BC99-951B3DDE21ED}"/>
              </a:ext>
            </a:extLst>
          </p:cNvPr>
          <p:cNvSpPr/>
          <p:nvPr/>
        </p:nvSpPr>
        <p:spPr>
          <a:xfrm rot="5400000">
            <a:off x="1248472" y="1708171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Strzałka: w prawo 14">
            <a:extLst>
              <a:ext uri="{FF2B5EF4-FFF2-40B4-BE49-F238E27FC236}">
                <a16:creationId xmlns:a16="http://schemas.microsoft.com/office/drawing/2014/main" id="{EB9EAF4E-074A-47CE-BD58-0D23BC3A6200}"/>
              </a:ext>
            </a:extLst>
          </p:cNvPr>
          <p:cNvSpPr/>
          <p:nvPr/>
        </p:nvSpPr>
        <p:spPr>
          <a:xfrm>
            <a:off x="2583741" y="2183539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F293F3CC-9855-4A21-8E3F-68B40ABF949B}"/>
              </a:ext>
            </a:extLst>
          </p:cNvPr>
          <p:cNvSpPr/>
          <p:nvPr/>
        </p:nvSpPr>
        <p:spPr>
          <a:xfrm>
            <a:off x="2953138" y="2029121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Układ doświadczalny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4A178AC2-6C75-46C9-A16E-64B0FFC78F5E}"/>
              </a:ext>
            </a:extLst>
          </p:cNvPr>
          <p:cNvSpPr/>
          <p:nvPr/>
        </p:nvSpPr>
        <p:spPr>
          <a:xfrm>
            <a:off x="2910744" y="2990631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Zbieranie danych doświadczalnych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A63E417F-08B3-427D-A0B1-3052AC382910}"/>
              </a:ext>
            </a:extLst>
          </p:cNvPr>
          <p:cNvSpPr/>
          <p:nvPr/>
        </p:nvSpPr>
        <p:spPr>
          <a:xfrm>
            <a:off x="4907083" y="3857435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Procedura obliczeniowa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C7529A2-7B50-475E-A56A-9F364D2E37AE}"/>
              </a:ext>
            </a:extLst>
          </p:cNvPr>
          <p:cNvSpPr/>
          <p:nvPr/>
        </p:nvSpPr>
        <p:spPr>
          <a:xfrm>
            <a:off x="4907083" y="4808173"/>
            <a:ext cx="2301139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R / R Markdown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C3CF3793-FB25-434F-A850-87A260E1ABD5}"/>
              </a:ext>
            </a:extLst>
          </p:cNvPr>
          <p:cNvSpPr/>
          <p:nvPr/>
        </p:nvSpPr>
        <p:spPr>
          <a:xfrm>
            <a:off x="4907083" y="5753333"/>
            <a:ext cx="2371784" cy="5813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tabele, rysunki, artykuł</a:t>
            </a:r>
          </a:p>
        </p:txBody>
      </p:sp>
      <p:sp>
        <p:nvSpPr>
          <p:cNvPr id="22" name="Strzałka: w prawo 21">
            <a:extLst>
              <a:ext uri="{FF2B5EF4-FFF2-40B4-BE49-F238E27FC236}">
                <a16:creationId xmlns:a16="http://schemas.microsoft.com/office/drawing/2014/main" id="{4541249B-8849-42EE-965D-6477E3717D7F}"/>
              </a:ext>
            </a:extLst>
          </p:cNvPr>
          <p:cNvSpPr/>
          <p:nvPr/>
        </p:nvSpPr>
        <p:spPr>
          <a:xfrm rot="5400000">
            <a:off x="5872953" y="4487223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Strzałka: w prawo 22">
            <a:extLst>
              <a:ext uri="{FF2B5EF4-FFF2-40B4-BE49-F238E27FC236}">
                <a16:creationId xmlns:a16="http://schemas.microsoft.com/office/drawing/2014/main" id="{774D631C-EC30-43A2-A1E9-81186124E651}"/>
              </a:ext>
            </a:extLst>
          </p:cNvPr>
          <p:cNvSpPr/>
          <p:nvPr/>
        </p:nvSpPr>
        <p:spPr>
          <a:xfrm rot="5400000">
            <a:off x="5868918" y="5432383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Strzałka: wygięta 24">
            <a:extLst>
              <a:ext uri="{FF2B5EF4-FFF2-40B4-BE49-F238E27FC236}">
                <a16:creationId xmlns:a16="http://schemas.microsoft.com/office/drawing/2014/main" id="{7FC8EEA6-0E7C-4409-A21B-39FE54BC055C}"/>
              </a:ext>
            </a:extLst>
          </p:cNvPr>
          <p:cNvSpPr/>
          <p:nvPr/>
        </p:nvSpPr>
        <p:spPr>
          <a:xfrm flipV="1">
            <a:off x="3978548" y="3578992"/>
            <a:ext cx="920456" cy="64795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CB99B1F0-9139-4E34-8B52-1DA9975571F9}"/>
              </a:ext>
            </a:extLst>
          </p:cNvPr>
          <p:cNvSpPr/>
          <p:nvPr/>
        </p:nvSpPr>
        <p:spPr>
          <a:xfrm rot="5400000">
            <a:off x="3876616" y="2662660"/>
            <a:ext cx="369397" cy="272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3296CD00-E64A-417F-99A0-C6DB251351A9}"/>
              </a:ext>
            </a:extLst>
          </p:cNvPr>
          <p:cNvSpPr txBox="1"/>
          <p:nvPr/>
        </p:nvSpPr>
        <p:spPr>
          <a:xfrm>
            <a:off x="7692506" y="3042292"/>
            <a:ext cx="135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Powtórzenie</a:t>
            </a: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5A47C7AF-B25D-4781-AD34-898E3B56BD5A}"/>
              </a:ext>
            </a:extLst>
          </p:cNvPr>
          <p:cNvSpPr txBox="1"/>
          <p:nvPr/>
        </p:nvSpPr>
        <p:spPr>
          <a:xfrm>
            <a:off x="7765628" y="3857612"/>
            <a:ext cx="139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Odtworzenie</a:t>
            </a:r>
          </a:p>
        </p:txBody>
      </p:sp>
    </p:spTree>
    <p:extLst>
      <p:ext uri="{BB962C8B-B14F-4D97-AF65-F5344CB8AC3E}">
        <p14:creationId xmlns:p14="http://schemas.microsoft.com/office/powerpoint/2010/main" val="292604873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</Words>
  <Application>Microsoft Office PowerPoint</Application>
  <PresentationFormat>Panoramiczny</PresentationFormat>
  <Paragraphs>10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Motyw pakietu Office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Grzegorz Kulczycki</dc:creator>
  <cp:lastModifiedBy>Grzegorz Kulczycki</cp:lastModifiedBy>
  <cp:revision>3</cp:revision>
  <dcterms:created xsi:type="dcterms:W3CDTF">2022-09-18T18:53:07Z</dcterms:created>
  <dcterms:modified xsi:type="dcterms:W3CDTF">2022-09-18T19:19:21Z</dcterms:modified>
</cp:coreProperties>
</file>